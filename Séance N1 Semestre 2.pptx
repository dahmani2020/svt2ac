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4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6" r:id="rId14"/>
    <p:sldId id="265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A2C465-9DA5-4629-8564-C2A12B983D2D}" v="29" dt="2021-02-26T20:17:08.963"/>
    <p1510:client id="{53FCE495-2991-4E38-B8D7-9D26FB9DA8E4}" v="23" dt="2021-02-16T21:58:05.593"/>
    <p1510:client id="{725B0092-561B-4640-BA42-0E2FBCFC0C12}" v="1" dt="2021-02-20T16:26:41.668"/>
    <p1510:client id="{A8B3A2CE-2C44-4461-A86C-D583B23AF461}" v="6" dt="2021-02-27T12:06:50.811"/>
    <p1510:client id="{AC1256AA-56EA-49D7-8885-6D465914F5BB}" v="5" dt="2021-02-28T21:00:44.708"/>
    <p1510:client id="{B00CC540-AA4A-404C-B15A-B66693A0B0C2}" v="11" dt="2021-02-28T21:49:16.693"/>
    <p1510:client id="{B2BC0ED5-B152-4E14-9AB4-D1F37D9A5FBF}" v="1" dt="2021-02-27T19:12:38.435"/>
    <p1510:client id="{C1501DD8-35DB-4C44-A263-72C5107E0E5F}" v="4" dt="2021-02-20T15:02:02.951"/>
    <p1510:client id="{C5D08C4A-550F-4905-A822-A0A4662ABCB7}" v="1" dt="2021-02-20T16:35:31.423"/>
    <p1510:client id="{D5452B72-49CA-4848-872A-E96CDF4F5F33}" v="1" dt="2021-02-27T19:06:54.478"/>
    <p1510:client id="{DC3F6C7B-3735-4AFC-9C94-7B58328E5D48}" v="1" dt="2021-03-01T06:00:11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-1086" y="4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BRAYAK FATIMA ZAHRA" userId="S::fatimazahra.labrayak@ecoles-lahlou.ma::befcb3b6-9e8b-47ec-a760-af8b9da56cb8" providerId="AD" clId="Web-{53FCE495-2991-4E38-B8D7-9D26FB9DA8E4}"/>
    <pc:docChg chg="modSld">
      <pc:chgData name="LABRAYAK FATIMA ZAHRA" userId="S::fatimazahra.labrayak@ecoles-lahlou.ma::befcb3b6-9e8b-47ec-a760-af8b9da56cb8" providerId="AD" clId="Web-{53FCE495-2991-4E38-B8D7-9D26FB9DA8E4}" dt="2021-02-16T21:58:05.593" v="19" actId="1076"/>
      <pc:docMkLst>
        <pc:docMk/>
      </pc:docMkLst>
      <pc:sldChg chg="modSp">
        <pc:chgData name="LABRAYAK FATIMA ZAHRA" userId="S::fatimazahra.labrayak@ecoles-lahlou.ma::befcb3b6-9e8b-47ec-a760-af8b9da56cb8" providerId="AD" clId="Web-{53FCE495-2991-4E38-B8D7-9D26FB9DA8E4}" dt="2021-02-16T20:17:14.678" v="0" actId="1076"/>
        <pc:sldMkLst>
          <pc:docMk/>
          <pc:sldMk cId="0" sldId="257"/>
        </pc:sldMkLst>
        <pc:picChg chg="mod">
          <ac:chgData name="LABRAYAK FATIMA ZAHRA" userId="S::fatimazahra.labrayak@ecoles-lahlou.ma::befcb3b6-9e8b-47ec-a760-af8b9da56cb8" providerId="AD" clId="Web-{53FCE495-2991-4E38-B8D7-9D26FB9DA8E4}" dt="2021-02-16T20:17:14.678" v="0" actId="1076"/>
          <ac:picMkLst>
            <pc:docMk/>
            <pc:sldMk cId="0" sldId="257"/>
            <ac:picMk id="2050" creationId="{00000000-0000-0000-0000-000000000000}"/>
          </ac:picMkLst>
        </pc:picChg>
      </pc:sldChg>
      <pc:sldChg chg="modSp">
        <pc:chgData name="LABRAYAK FATIMA ZAHRA" userId="S::fatimazahra.labrayak@ecoles-lahlou.ma::befcb3b6-9e8b-47ec-a760-af8b9da56cb8" providerId="AD" clId="Web-{53FCE495-2991-4E38-B8D7-9D26FB9DA8E4}" dt="2021-02-16T20:25:07.671" v="8" actId="1076"/>
        <pc:sldMkLst>
          <pc:docMk/>
          <pc:sldMk cId="0" sldId="258"/>
        </pc:sldMkLst>
        <pc:spChg chg="mod">
          <ac:chgData name="LABRAYAK FATIMA ZAHRA" userId="S::fatimazahra.labrayak@ecoles-lahlou.ma::befcb3b6-9e8b-47ec-a760-af8b9da56cb8" providerId="AD" clId="Web-{53FCE495-2991-4E38-B8D7-9D26FB9DA8E4}" dt="2021-02-16T20:24:52.874" v="7" actId="20577"/>
          <ac:spMkLst>
            <pc:docMk/>
            <pc:sldMk cId="0" sldId="258"/>
            <ac:spMk id="3" creationId="{00000000-0000-0000-0000-000000000000}"/>
          </ac:spMkLst>
        </pc:spChg>
        <pc:picChg chg="mod">
          <ac:chgData name="LABRAYAK FATIMA ZAHRA" userId="S::fatimazahra.labrayak@ecoles-lahlou.ma::befcb3b6-9e8b-47ec-a760-af8b9da56cb8" providerId="AD" clId="Web-{53FCE495-2991-4E38-B8D7-9D26FB9DA8E4}" dt="2021-02-16T20:23:40.432" v="3" actId="1076"/>
          <ac:picMkLst>
            <pc:docMk/>
            <pc:sldMk cId="0" sldId="258"/>
            <ac:picMk id="3074" creationId="{00000000-0000-0000-0000-000000000000}"/>
          </ac:picMkLst>
        </pc:picChg>
        <pc:picChg chg="mod">
          <ac:chgData name="LABRAYAK FATIMA ZAHRA" userId="S::fatimazahra.labrayak@ecoles-lahlou.ma::befcb3b6-9e8b-47ec-a760-af8b9da56cb8" providerId="AD" clId="Web-{53FCE495-2991-4E38-B8D7-9D26FB9DA8E4}" dt="2021-02-16T20:25:07.671" v="8" actId="1076"/>
          <ac:picMkLst>
            <pc:docMk/>
            <pc:sldMk cId="0" sldId="258"/>
            <ac:picMk id="3075" creationId="{00000000-0000-0000-0000-000000000000}"/>
          </ac:picMkLst>
        </pc:picChg>
      </pc:sldChg>
      <pc:sldChg chg="modSp">
        <pc:chgData name="LABRAYAK FATIMA ZAHRA" userId="S::fatimazahra.labrayak@ecoles-lahlou.ma::befcb3b6-9e8b-47ec-a760-af8b9da56cb8" providerId="AD" clId="Web-{53FCE495-2991-4E38-B8D7-9D26FB9DA8E4}" dt="2021-02-16T21:19:24.744" v="15" actId="1076"/>
        <pc:sldMkLst>
          <pc:docMk/>
          <pc:sldMk cId="0" sldId="263"/>
        </pc:sldMkLst>
        <pc:spChg chg="mod">
          <ac:chgData name="LABRAYAK FATIMA ZAHRA" userId="S::fatimazahra.labrayak@ecoles-lahlou.ma::befcb3b6-9e8b-47ec-a760-af8b9da56cb8" providerId="AD" clId="Web-{53FCE495-2991-4E38-B8D7-9D26FB9DA8E4}" dt="2021-02-16T21:17:43.164" v="11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LABRAYAK FATIMA ZAHRA" userId="S::fatimazahra.labrayak@ecoles-lahlou.ma::befcb3b6-9e8b-47ec-a760-af8b9da56cb8" providerId="AD" clId="Web-{53FCE495-2991-4E38-B8D7-9D26FB9DA8E4}" dt="2021-02-16T21:19:24.744" v="15" actId="1076"/>
          <ac:spMkLst>
            <pc:docMk/>
            <pc:sldMk cId="0" sldId="263"/>
            <ac:spMk id="5" creationId="{00000000-0000-0000-0000-000000000000}"/>
          </ac:spMkLst>
        </pc:spChg>
        <pc:spChg chg="mod">
          <ac:chgData name="LABRAYAK FATIMA ZAHRA" userId="S::fatimazahra.labrayak@ecoles-lahlou.ma::befcb3b6-9e8b-47ec-a760-af8b9da56cb8" providerId="AD" clId="Web-{53FCE495-2991-4E38-B8D7-9D26FB9DA8E4}" dt="2021-02-16T21:19:20.072" v="14" actId="1076"/>
          <ac:spMkLst>
            <pc:docMk/>
            <pc:sldMk cId="0" sldId="263"/>
            <ac:spMk id="7" creationId="{00000000-0000-0000-0000-000000000000}"/>
          </ac:spMkLst>
        </pc:spChg>
      </pc:sldChg>
      <pc:sldChg chg="modSp">
        <pc:chgData name="LABRAYAK FATIMA ZAHRA" userId="S::fatimazahra.labrayak@ecoles-lahlou.ma::befcb3b6-9e8b-47ec-a760-af8b9da56cb8" providerId="AD" clId="Web-{53FCE495-2991-4E38-B8D7-9D26FB9DA8E4}" dt="2021-02-16T21:27:15.176" v="18" actId="1076"/>
        <pc:sldMkLst>
          <pc:docMk/>
          <pc:sldMk cId="0" sldId="265"/>
        </pc:sldMkLst>
        <pc:picChg chg="mod">
          <ac:chgData name="LABRAYAK FATIMA ZAHRA" userId="S::fatimazahra.labrayak@ecoles-lahlou.ma::befcb3b6-9e8b-47ec-a760-af8b9da56cb8" providerId="AD" clId="Web-{53FCE495-2991-4E38-B8D7-9D26FB9DA8E4}" dt="2021-02-16T21:27:15.176" v="18" actId="1076"/>
          <ac:picMkLst>
            <pc:docMk/>
            <pc:sldMk cId="0" sldId="265"/>
            <ac:picMk id="1026" creationId="{00000000-0000-0000-0000-000000000000}"/>
          </ac:picMkLst>
        </pc:picChg>
      </pc:sldChg>
      <pc:sldChg chg="modSp">
        <pc:chgData name="LABRAYAK FATIMA ZAHRA" userId="S::fatimazahra.labrayak@ecoles-lahlou.ma::befcb3b6-9e8b-47ec-a760-af8b9da56cb8" providerId="AD" clId="Web-{53FCE495-2991-4E38-B8D7-9D26FB9DA8E4}" dt="2021-02-16T21:21:09.840" v="17" actId="1076"/>
        <pc:sldMkLst>
          <pc:docMk/>
          <pc:sldMk cId="0" sldId="266"/>
        </pc:sldMkLst>
        <pc:spChg chg="mod">
          <ac:chgData name="LABRAYAK FATIMA ZAHRA" userId="S::fatimazahra.labrayak@ecoles-lahlou.ma::befcb3b6-9e8b-47ec-a760-af8b9da56cb8" providerId="AD" clId="Web-{53FCE495-2991-4E38-B8D7-9D26FB9DA8E4}" dt="2021-02-16T21:21:09.840" v="17" actId="1076"/>
          <ac:spMkLst>
            <pc:docMk/>
            <pc:sldMk cId="0" sldId="266"/>
            <ac:spMk id="6" creationId="{00000000-0000-0000-0000-000000000000}"/>
          </ac:spMkLst>
        </pc:spChg>
      </pc:sldChg>
      <pc:sldChg chg="modSp">
        <pc:chgData name="LABRAYAK FATIMA ZAHRA" userId="S::fatimazahra.labrayak@ecoles-lahlou.ma::befcb3b6-9e8b-47ec-a760-af8b9da56cb8" providerId="AD" clId="Web-{53FCE495-2991-4E38-B8D7-9D26FB9DA8E4}" dt="2021-02-16T21:58:05.593" v="19" actId="1076"/>
        <pc:sldMkLst>
          <pc:docMk/>
          <pc:sldMk cId="0" sldId="273"/>
        </pc:sldMkLst>
        <pc:picChg chg="mod">
          <ac:chgData name="LABRAYAK FATIMA ZAHRA" userId="S::fatimazahra.labrayak@ecoles-lahlou.ma::befcb3b6-9e8b-47ec-a760-af8b9da56cb8" providerId="AD" clId="Web-{53FCE495-2991-4E38-B8D7-9D26FB9DA8E4}" dt="2021-02-16T21:58:05.593" v="19" actId="1076"/>
          <ac:picMkLst>
            <pc:docMk/>
            <pc:sldMk cId="0" sldId="273"/>
            <ac:picMk id="5122" creationId="{00000000-0000-0000-0000-000000000000}"/>
          </ac:picMkLst>
        </pc:picChg>
      </pc:sldChg>
    </pc:docChg>
  </pc:docChgLst>
  <pc:docChgLst>
    <pc:chgData name="OMAR MACHKOUR" userId="S::machkour.omar@ecoles-lahlou.ma::2f73a7c2-b4eb-4454-8332-a3120ef5153b" providerId="AD" clId="Web-{DC3F6C7B-3735-4AFC-9C94-7B58328E5D48}"/>
    <pc:docChg chg="modSld">
      <pc:chgData name="OMAR MACHKOUR" userId="S::machkour.omar@ecoles-lahlou.ma::2f73a7c2-b4eb-4454-8332-a3120ef5153b" providerId="AD" clId="Web-{DC3F6C7B-3735-4AFC-9C94-7B58328E5D48}" dt="2021-03-01T06:00:11.336" v="0" actId="1076"/>
      <pc:docMkLst>
        <pc:docMk/>
      </pc:docMkLst>
      <pc:sldChg chg="modSp">
        <pc:chgData name="OMAR MACHKOUR" userId="S::machkour.omar@ecoles-lahlou.ma::2f73a7c2-b4eb-4454-8332-a3120ef5153b" providerId="AD" clId="Web-{DC3F6C7B-3735-4AFC-9C94-7B58328E5D48}" dt="2021-03-01T06:00:11.336" v="0" actId="1076"/>
        <pc:sldMkLst>
          <pc:docMk/>
          <pc:sldMk cId="0" sldId="257"/>
        </pc:sldMkLst>
        <pc:picChg chg="mod">
          <ac:chgData name="OMAR MACHKOUR" userId="S::machkour.omar@ecoles-lahlou.ma::2f73a7c2-b4eb-4454-8332-a3120ef5153b" providerId="AD" clId="Web-{DC3F6C7B-3735-4AFC-9C94-7B58328E5D48}" dt="2021-03-01T06:00:11.336" v="0" actId="1076"/>
          <ac:picMkLst>
            <pc:docMk/>
            <pc:sldMk cId="0" sldId="257"/>
            <ac:picMk id="2050" creationId="{00000000-0000-0000-0000-000000000000}"/>
          </ac:picMkLst>
        </pc:picChg>
      </pc:sldChg>
    </pc:docChg>
  </pc:docChgLst>
  <pc:docChgLst>
    <pc:chgData name="ZAHLOUL NAJLAA" userId="S::najlaa.zahloul@ecoles-lahlou.ma::426e0865-9e32-40d3-9dd8-d116c775fbba" providerId="AD" clId="Web-{3BA2C465-9DA5-4629-8564-C2A12B983D2D}"/>
    <pc:docChg chg="modSld">
      <pc:chgData name="ZAHLOUL NAJLAA" userId="S::najlaa.zahloul@ecoles-lahlou.ma::426e0865-9e32-40d3-9dd8-d116c775fbba" providerId="AD" clId="Web-{3BA2C465-9DA5-4629-8564-C2A12B983D2D}" dt="2021-02-26T20:17:08.963" v="19" actId="1076"/>
      <pc:docMkLst>
        <pc:docMk/>
      </pc:docMkLst>
      <pc:sldChg chg="modSp">
        <pc:chgData name="ZAHLOUL NAJLAA" userId="S::najlaa.zahloul@ecoles-lahlou.ma::426e0865-9e32-40d3-9dd8-d116c775fbba" providerId="AD" clId="Web-{3BA2C465-9DA5-4629-8564-C2A12B983D2D}" dt="2021-02-26T20:17:08.963" v="19" actId="1076"/>
        <pc:sldMkLst>
          <pc:docMk/>
          <pc:sldMk cId="0" sldId="264"/>
        </pc:sldMkLst>
        <pc:spChg chg="mod">
          <ac:chgData name="ZAHLOUL NAJLAA" userId="S::najlaa.zahloul@ecoles-lahlou.ma::426e0865-9e32-40d3-9dd8-d116c775fbba" providerId="AD" clId="Web-{3BA2C465-9DA5-4629-8564-C2A12B983D2D}" dt="2021-02-26T20:17:06.400" v="10" actId="1076"/>
          <ac:spMkLst>
            <pc:docMk/>
            <pc:sldMk cId="0" sldId="264"/>
            <ac:spMk id="3" creationId="{00000000-0000-0000-0000-000000000000}"/>
          </ac:spMkLst>
        </pc:spChg>
        <pc:spChg chg="mod">
          <ac:chgData name="ZAHLOUL NAJLAA" userId="S::najlaa.zahloul@ecoles-lahlou.ma::426e0865-9e32-40d3-9dd8-d116c775fbba" providerId="AD" clId="Web-{3BA2C465-9DA5-4629-8564-C2A12B983D2D}" dt="2021-02-26T20:17:07.291" v="18" actId="20577"/>
          <ac:spMkLst>
            <pc:docMk/>
            <pc:sldMk cId="0" sldId="264"/>
            <ac:spMk id="5" creationId="{00000000-0000-0000-0000-000000000000}"/>
          </ac:spMkLst>
        </pc:spChg>
        <pc:spChg chg="mod">
          <ac:chgData name="ZAHLOUL NAJLAA" userId="S::najlaa.zahloul@ecoles-lahlou.ma::426e0865-9e32-40d3-9dd8-d116c775fbba" providerId="AD" clId="Web-{3BA2C465-9DA5-4629-8564-C2A12B983D2D}" dt="2021-02-26T20:17:08.963" v="19" actId="1076"/>
          <ac:spMkLst>
            <pc:docMk/>
            <pc:sldMk cId="0" sldId="264"/>
            <ac:spMk id="6" creationId="{00000000-0000-0000-0000-000000000000}"/>
          </ac:spMkLst>
        </pc:spChg>
      </pc:sldChg>
    </pc:docChg>
  </pc:docChgLst>
  <pc:docChgLst>
    <pc:chgData name="ALIOUALI MOHAMED NIZAR" userId="S::mohamednizar.aliouali@ecoles-lahlou.ma::eb98d93e-c2d0-43c3-98b8-fd37b85c6f77" providerId="AD" clId="Web-{D5452B72-49CA-4848-872A-E96CDF4F5F33}"/>
    <pc:docChg chg="modSld">
      <pc:chgData name="ALIOUALI MOHAMED NIZAR" userId="S::mohamednizar.aliouali@ecoles-lahlou.ma::eb98d93e-c2d0-43c3-98b8-fd37b85c6f77" providerId="AD" clId="Web-{D5452B72-49CA-4848-872A-E96CDF4F5F33}" dt="2021-02-27T19:06:54.478" v="0" actId="1076"/>
      <pc:docMkLst>
        <pc:docMk/>
      </pc:docMkLst>
      <pc:sldChg chg="modSp">
        <pc:chgData name="ALIOUALI MOHAMED NIZAR" userId="S::mohamednizar.aliouali@ecoles-lahlou.ma::eb98d93e-c2d0-43c3-98b8-fd37b85c6f77" providerId="AD" clId="Web-{D5452B72-49CA-4848-872A-E96CDF4F5F33}" dt="2021-02-27T19:06:54.478" v="0" actId="1076"/>
        <pc:sldMkLst>
          <pc:docMk/>
          <pc:sldMk cId="0" sldId="258"/>
        </pc:sldMkLst>
        <pc:picChg chg="mod">
          <ac:chgData name="ALIOUALI MOHAMED NIZAR" userId="S::mohamednizar.aliouali@ecoles-lahlou.ma::eb98d93e-c2d0-43c3-98b8-fd37b85c6f77" providerId="AD" clId="Web-{D5452B72-49CA-4848-872A-E96CDF4F5F33}" dt="2021-02-27T19:06:54.478" v="0" actId="1076"/>
          <ac:picMkLst>
            <pc:docMk/>
            <pc:sldMk cId="0" sldId="258"/>
            <ac:picMk id="3075" creationId="{00000000-0000-0000-0000-000000000000}"/>
          </ac:picMkLst>
        </pc:picChg>
      </pc:sldChg>
    </pc:docChg>
  </pc:docChgLst>
  <pc:docChgLst>
    <pc:chgData name="ZIMAOUI YOUSRA" userId="S::yousra.zimaoui@ecoles-lahlou.ma::8e5a7a6b-65ef-4295-a804-7ca46f5ea18e" providerId="AD" clId="Web-{C5D08C4A-550F-4905-A822-A0A4662ABCB7}"/>
    <pc:docChg chg="modSld">
      <pc:chgData name="ZIMAOUI YOUSRA" userId="S::yousra.zimaoui@ecoles-lahlou.ma::8e5a7a6b-65ef-4295-a804-7ca46f5ea18e" providerId="AD" clId="Web-{C5D08C4A-550F-4905-A822-A0A4662ABCB7}" dt="2021-02-20T16:35:31.423" v="0" actId="1076"/>
      <pc:docMkLst>
        <pc:docMk/>
      </pc:docMkLst>
      <pc:sldChg chg="modSp">
        <pc:chgData name="ZIMAOUI YOUSRA" userId="S::yousra.zimaoui@ecoles-lahlou.ma::8e5a7a6b-65ef-4295-a804-7ca46f5ea18e" providerId="AD" clId="Web-{C5D08C4A-550F-4905-A822-A0A4662ABCB7}" dt="2021-02-20T16:35:31.423" v="0" actId="1076"/>
        <pc:sldMkLst>
          <pc:docMk/>
          <pc:sldMk cId="0" sldId="260"/>
        </pc:sldMkLst>
        <pc:spChg chg="mod">
          <ac:chgData name="ZIMAOUI YOUSRA" userId="S::yousra.zimaoui@ecoles-lahlou.ma::8e5a7a6b-65ef-4295-a804-7ca46f5ea18e" providerId="AD" clId="Web-{C5D08C4A-550F-4905-A822-A0A4662ABCB7}" dt="2021-02-20T16:35:31.423" v="0" actId="1076"/>
          <ac:spMkLst>
            <pc:docMk/>
            <pc:sldMk cId="0" sldId="260"/>
            <ac:spMk id="5" creationId="{00000000-0000-0000-0000-000000000000}"/>
          </ac:spMkLst>
        </pc:spChg>
      </pc:sldChg>
    </pc:docChg>
  </pc:docChgLst>
  <pc:docChgLst>
    <pc:chgData name="ZAHLOUL NAJLAA" userId="S::najlaa.zahloul@ecoles-lahlou.ma::426e0865-9e32-40d3-9dd8-d116c775fbba" providerId="AD" clId="Web-{C1501DD8-35DB-4C44-A263-72C5107E0E5F}"/>
    <pc:docChg chg="modSld">
      <pc:chgData name="ZAHLOUL NAJLAA" userId="S::najlaa.zahloul@ecoles-lahlou.ma::426e0865-9e32-40d3-9dd8-d116c775fbba" providerId="AD" clId="Web-{C1501DD8-35DB-4C44-A263-72C5107E0E5F}" dt="2021-02-20T15:02:02.951" v="3" actId="14100"/>
      <pc:docMkLst>
        <pc:docMk/>
      </pc:docMkLst>
      <pc:sldChg chg="modSp">
        <pc:chgData name="ZAHLOUL NAJLAA" userId="S::najlaa.zahloul@ecoles-lahlou.ma::426e0865-9e32-40d3-9dd8-d116c775fbba" providerId="AD" clId="Web-{C1501DD8-35DB-4C44-A263-72C5107E0E5F}" dt="2021-02-20T15:02:02.951" v="3" actId="14100"/>
        <pc:sldMkLst>
          <pc:docMk/>
          <pc:sldMk cId="0" sldId="279"/>
        </pc:sldMkLst>
        <pc:picChg chg="mod">
          <ac:chgData name="ZAHLOUL NAJLAA" userId="S::najlaa.zahloul@ecoles-lahlou.ma::426e0865-9e32-40d3-9dd8-d116c775fbba" providerId="AD" clId="Web-{C1501DD8-35DB-4C44-A263-72C5107E0E5F}" dt="2021-02-20T15:02:02.951" v="3" actId="14100"/>
          <ac:picMkLst>
            <pc:docMk/>
            <pc:sldMk cId="0" sldId="279"/>
            <ac:picMk id="6146" creationId="{00000000-0000-0000-0000-000000000000}"/>
          </ac:picMkLst>
        </pc:picChg>
      </pc:sldChg>
    </pc:docChg>
  </pc:docChgLst>
  <pc:docChgLst>
    <pc:chgData name="ALIOUALI MOHAMED NIZAR" userId="S::mohamednizar.aliouali@ecoles-lahlou.ma::eb98d93e-c2d0-43c3-98b8-fd37b85c6f77" providerId="AD" clId="Web-{B2BC0ED5-B152-4E14-9AB4-D1F37D9A5FBF}"/>
    <pc:docChg chg="modSld">
      <pc:chgData name="ALIOUALI MOHAMED NIZAR" userId="S::mohamednizar.aliouali@ecoles-lahlou.ma::eb98d93e-c2d0-43c3-98b8-fd37b85c6f77" providerId="AD" clId="Web-{B2BC0ED5-B152-4E14-9AB4-D1F37D9A5FBF}" dt="2021-02-27T19:12:38.435" v="0" actId="1076"/>
      <pc:docMkLst>
        <pc:docMk/>
      </pc:docMkLst>
      <pc:sldChg chg="modSp">
        <pc:chgData name="ALIOUALI MOHAMED NIZAR" userId="S::mohamednizar.aliouali@ecoles-lahlou.ma::eb98d93e-c2d0-43c3-98b8-fd37b85c6f77" providerId="AD" clId="Web-{B2BC0ED5-B152-4E14-9AB4-D1F37D9A5FBF}" dt="2021-02-27T19:12:38.435" v="0" actId="1076"/>
        <pc:sldMkLst>
          <pc:docMk/>
          <pc:sldMk cId="0" sldId="266"/>
        </pc:sldMkLst>
        <pc:picChg chg="mod">
          <ac:chgData name="ALIOUALI MOHAMED NIZAR" userId="S::mohamednizar.aliouali@ecoles-lahlou.ma::eb98d93e-c2d0-43c3-98b8-fd37b85c6f77" providerId="AD" clId="Web-{B2BC0ED5-B152-4E14-9AB4-D1F37D9A5FBF}" dt="2021-02-27T19:12:38.435" v="0" actId="1076"/>
          <ac:picMkLst>
            <pc:docMk/>
            <pc:sldMk cId="0" sldId="266"/>
            <ac:picMk id="2051" creationId="{00000000-0000-0000-0000-000000000000}"/>
          </ac:picMkLst>
        </pc:picChg>
      </pc:sldChg>
    </pc:docChg>
  </pc:docChgLst>
  <pc:docChgLst>
    <pc:chgData name="ZIMAOUI YOUSRA" userId="S::yousra.zimaoui@ecoles-lahlou.ma::8e5a7a6b-65ef-4295-a804-7ca46f5ea18e" providerId="AD" clId="Web-{725B0092-561B-4640-BA42-0E2FBCFC0C12}"/>
    <pc:docChg chg="modSld">
      <pc:chgData name="ZIMAOUI YOUSRA" userId="S::yousra.zimaoui@ecoles-lahlou.ma::8e5a7a6b-65ef-4295-a804-7ca46f5ea18e" providerId="AD" clId="Web-{725B0092-561B-4640-BA42-0E2FBCFC0C12}" dt="2021-02-20T16:26:41.668" v="0" actId="1076"/>
      <pc:docMkLst>
        <pc:docMk/>
      </pc:docMkLst>
      <pc:sldChg chg="modSp">
        <pc:chgData name="ZIMAOUI YOUSRA" userId="S::yousra.zimaoui@ecoles-lahlou.ma::8e5a7a6b-65ef-4295-a804-7ca46f5ea18e" providerId="AD" clId="Web-{725B0092-561B-4640-BA42-0E2FBCFC0C12}" dt="2021-02-20T16:26:41.668" v="0" actId="1076"/>
        <pc:sldMkLst>
          <pc:docMk/>
          <pc:sldMk cId="0" sldId="256"/>
        </pc:sldMkLst>
        <pc:picChg chg="mod">
          <ac:chgData name="ZIMAOUI YOUSRA" userId="S::yousra.zimaoui@ecoles-lahlou.ma::8e5a7a6b-65ef-4295-a804-7ca46f5ea18e" providerId="AD" clId="Web-{725B0092-561B-4640-BA42-0E2FBCFC0C12}" dt="2021-02-20T16:26:41.668" v="0" actId="1076"/>
          <ac:picMkLst>
            <pc:docMk/>
            <pc:sldMk cId="0" sldId="256"/>
            <ac:picMk id="1026" creationId="{00000000-0000-0000-0000-000000000000}"/>
          </ac:picMkLst>
        </pc:picChg>
      </pc:sldChg>
    </pc:docChg>
  </pc:docChgLst>
  <pc:docChgLst>
    <pc:chgData name="NAMATI HAMZA" userId="S::hamza.namati@ecoles-lahlou.ma::1c8b7d24-d0db-42b7-92a9-761a2b40f806" providerId="AD" clId="Web-{A8B3A2CE-2C44-4461-A86C-D583B23AF461}"/>
    <pc:docChg chg="modSld">
      <pc:chgData name="NAMATI HAMZA" userId="S::hamza.namati@ecoles-lahlou.ma::1c8b7d24-d0db-42b7-92a9-761a2b40f806" providerId="AD" clId="Web-{A8B3A2CE-2C44-4461-A86C-D583B23AF461}" dt="2021-02-27T12:06:50.811" v="5" actId="14100"/>
      <pc:docMkLst>
        <pc:docMk/>
      </pc:docMkLst>
      <pc:sldChg chg="modSp">
        <pc:chgData name="NAMATI HAMZA" userId="S::hamza.namati@ecoles-lahlou.ma::1c8b7d24-d0db-42b7-92a9-761a2b40f806" providerId="AD" clId="Web-{A8B3A2CE-2C44-4461-A86C-D583B23AF461}" dt="2021-02-27T12:06:50.811" v="5" actId="14100"/>
        <pc:sldMkLst>
          <pc:docMk/>
          <pc:sldMk cId="0" sldId="260"/>
        </pc:sldMkLst>
        <pc:spChg chg="mod">
          <ac:chgData name="NAMATI HAMZA" userId="S::hamza.namati@ecoles-lahlou.ma::1c8b7d24-d0db-42b7-92a9-761a2b40f806" providerId="AD" clId="Web-{A8B3A2CE-2C44-4461-A86C-D583B23AF461}" dt="2021-02-27T12:06:31.295" v="3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NAMATI HAMZA" userId="S::hamza.namati@ecoles-lahlou.ma::1c8b7d24-d0db-42b7-92a9-761a2b40f806" providerId="AD" clId="Web-{A8B3A2CE-2C44-4461-A86C-D583B23AF461}" dt="2021-02-27T12:06:50.811" v="5" actId="14100"/>
          <ac:spMkLst>
            <pc:docMk/>
            <pc:sldMk cId="0" sldId="260"/>
            <ac:spMk id="5" creationId="{00000000-0000-0000-0000-000000000000}"/>
          </ac:spMkLst>
        </pc:spChg>
      </pc:sldChg>
    </pc:docChg>
  </pc:docChgLst>
  <pc:docChgLst>
    <pc:chgData name="OMAR MACHKOUR" userId="S::machkour.omar@ecoles-lahlou.ma::2f73a7c2-b4eb-4454-8332-a3120ef5153b" providerId="AD" clId="Web-{B00CC540-AA4A-404C-B15A-B66693A0B0C2}"/>
    <pc:docChg chg="modSld">
      <pc:chgData name="OMAR MACHKOUR" userId="S::machkour.omar@ecoles-lahlou.ma::2f73a7c2-b4eb-4454-8332-a3120ef5153b" providerId="AD" clId="Web-{B00CC540-AA4A-404C-B15A-B66693A0B0C2}" dt="2021-02-28T21:49:16.693" v="8" actId="1076"/>
      <pc:docMkLst>
        <pc:docMk/>
      </pc:docMkLst>
      <pc:sldChg chg="modSp">
        <pc:chgData name="OMAR MACHKOUR" userId="S::machkour.omar@ecoles-lahlou.ma::2f73a7c2-b4eb-4454-8332-a3120ef5153b" providerId="AD" clId="Web-{B00CC540-AA4A-404C-B15A-B66693A0B0C2}" dt="2021-02-28T20:44:04.820" v="5" actId="1076"/>
        <pc:sldMkLst>
          <pc:docMk/>
          <pc:sldMk cId="0" sldId="258"/>
        </pc:sldMkLst>
        <pc:picChg chg="mod">
          <ac:chgData name="OMAR MACHKOUR" userId="S::machkour.omar@ecoles-lahlou.ma::2f73a7c2-b4eb-4454-8332-a3120ef5153b" providerId="AD" clId="Web-{B00CC540-AA4A-404C-B15A-B66693A0B0C2}" dt="2021-02-28T20:44:04.820" v="5" actId="1076"/>
          <ac:picMkLst>
            <pc:docMk/>
            <pc:sldMk cId="0" sldId="258"/>
            <ac:picMk id="3075" creationId="{00000000-0000-0000-0000-000000000000}"/>
          </ac:picMkLst>
        </pc:picChg>
      </pc:sldChg>
      <pc:sldChg chg="modSp">
        <pc:chgData name="OMAR MACHKOUR" userId="S::machkour.omar@ecoles-lahlou.ma::2f73a7c2-b4eb-4454-8332-a3120ef5153b" providerId="AD" clId="Web-{B00CC540-AA4A-404C-B15A-B66693A0B0C2}" dt="2021-02-28T20:43:21.101" v="4" actId="20577"/>
        <pc:sldMkLst>
          <pc:docMk/>
          <pc:sldMk cId="0" sldId="264"/>
        </pc:sldMkLst>
        <pc:spChg chg="mod">
          <ac:chgData name="OMAR MACHKOUR" userId="S::machkour.omar@ecoles-lahlou.ma::2f73a7c2-b4eb-4454-8332-a3120ef5153b" providerId="AD" clId="Web-{B00CC540-AA4A-404C-B15A-B66693A0B0C2}" dt="2021-02-28T20:43:21.101" v="4" actId="20577"/>
          <ac:spMkLst>
            <pc:docMk/>
            <pc:sldMk cId="0" sldId="264"/>
            <ac:spMk id="5" creationId="{00000000-0000-0000-0000-000000000000}"/>
          </ac:spMkLst>
        </pc:spChg>
      </pc:sldChg>
      <pc:sldChg chg="modSp">
        <pc:chgData name="OMAR MACHKOUR" userId="S::machkour.omar@ecoles-lahlou.ma::2f73a7c2-b4eb-4454-8332-a3120ef5153b" providerId="AD" clId="Web-{B00CC540-AA4A-404C-B15A-B66693A0B0C2}" dt="2021-02-28T21:49:16.693" v="8" actId="1076"/>
        <pc:sldMkLst>
          <pc:docMk/>
          <pc:sldMk cId="0" sldId="274"/>
        </pc:sldMkLst>
        <pc:picChg chg="mod">
          <ac:chgData name="OMAR MACHKOUR" userId="S::machkour.omar@ecoles-lahlou.ma::2f73a7c2-b4eb-4454-8332-a3120ef5153b" providerId="AD" clId="Web-{B00CC540-AA4A-404C-B15A-B66693A0B0C2}" dt="2021-02-28T21:49:16.693" v="8" actId="1076"/>
          <ac:picMkLst>
            <pc:docMk/>
            <pc:sldMk cId="0" sldId="274"/>
            <ac:picMk id="1026" creationId="{00000000-0000-0000-0000-000000000000}"/>
          </ac:picMkLst>
        </pc:picChg>
      </pc:sldChg>
    </pc:docChg>
  </pc:docChgLst>
  <pc:docChgLst>
    <pc:chgData name="ZAHLOUL NAJLAA" userId="S::najlaa.zahloul@ecoles-lahlou.ma::426e0865-9e32-40d3-9dd8-d116c775fbba" providerId="AD" clId="Web-{AC1256AA-56EA-49D7-8885-6D465914F5BB}"/>
    <pc:docChg chg="modSld">
      <pc:chgData name="ZAHLOUL NAJLAA" userId="S::najlaa.zahloul@ecoles-lahlou.ma::426e0865-9e32-40d3-9dd8-d116c775fbba" providerId="AD" clId="Web-{AC1256AA-56EA-49D7-8885-6D465914F5BB}" dt="2021-02-28T21:00:44.708" v="4" actId="1076"/>
      <pc:docMkLst>
        <pc:docMk/>
      </pc:docMkLst>
      <pc:sldChg chg="modSp">
        <pc:chgData name="ZAHLOUL NAJLAA" userId="S::najlaa.zahloul@ecoles-lahlou.ma::426e0865-9e32-40d3-9dd8-d116c775fbba" providerId="AD" clId="Web-{AC1256AA-56EA-49D7-8885-6D465914F5BB}" dt="2021-02-28T20:32:24.718" v="0" actId="1076"/>
        <pc:sldMkLst>
          <pc:docMk/>
          <pc:sldMk cId="0" sldId="260"/>
        </pc:sldMkLst>
        <pc:spChg chg="mod">
          <ac:chgData name="ZAHLOUL NAJLAA" userId="S::najlaa.zahloul@ecoles-lahlou.ma::426e0865-9e32-40d3-9dd8-d116c775fbba" providerId="AD" clId="Web-{AC1256AA-56EA-49D7-8885-6D465914F5BB}" dt="2021-02-28T20:32:24.718" v="0" actId="1076"/>
          <ac:spMkLst>
            <pc:docMk/>
            <pc:sldMk cId="0" sldId="260"/>
            <ac:spMk id="5" creationId="{00000000-0000-0000-0000-000000000000}"/>
          </ac:spMkLst>
        </pc:spChg>
      </pc:sldChg>
      <pc:sldChg chg="modSp">
        <pc:chgData name="ZAHLOUL NAJLAA" userId="S::najlaa.zahloul@ecoles-lahlou.ma::426e0865-9e32-40d3-9dd8-d116c775fbba" providerId="AD" clId="Web-{AC1256AA-56EA-49D7-8885-6D465914F5BB}" dt="2021-02-28T21:00:44.708" v="4" actId="1076"/>
        <pc:sldMkLst>
          <pc:docMk/>
          <pc:sldMk cId="0" sldId="274"/>
        </pc:sldMkLst>
        <pc:picChg chg="mod">
          <ac:chgData name="ZAHLOUL NAJLAA" userId="S::najlaa.zahloul@ecoles-lahlou.ma::426e0865-9e32-40d3-9dd8-d116c775fbba" providerId="AD" clId="Web-{AC1256AA-56EA-49D7-8885-6D465914F5BB}" dt="2021-02-28T21:00:44.708" v="4" actId="1076"/>
          <ac:picMkLst>
            <pc:docMk/>
            <pc:sldMk cId="0" sldId="274"/>
            <ac:picMk id="1026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C7FBD-29D6-4A2D-A44A-73D7C214F50C}" type="datetimeFigureOut">
              <a:rPr lang="fr-FR" smtClean="0"/>
              <a:pPr/>
              <a:t>15/02/2022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EE870-E109-4987-9915-1DDD196A0FA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C7FBD-29D6-4A2D-A44A-73D7C214F50C}" type="datetimeFigureOut">
              <a:rPr lang="fr-FR" smtClean="0"/>
              <a:pPr/>
              <a:t>15/02/2022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EE870-E109-4987-9915-1DDD196A0FA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C7FBD-29D6-4A2D-A44A-73D7C214F50C}" type="datetimeFigureOut">
              <a:rPr lang="fr-FR" smtClean="0"/>
              <a:pPr/>
              <a:t>15/02/2022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EE870-E109-4987-9915-1DDD196A0FA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C7FBD-29D6-4A2D-A44A-73D7C214F50C}" type="datetimeFigureOut">
              <a:rPr lang="fr-FR" smtClean="0"/>
              <a:pPr/>
              <a:t>15/02/2022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EE870-E109-4987-9915-1DDD196A0FA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C7FBD-29D6-4A2D-A44A-73D7C214F50C}" type="datetimeFigureOut">
              <a:rPr lang="fr-FR" smtClean="0"/>
              <a:pPr/>
              <a:t>15/02/2022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EE870-E109-4987-9915-1DDD196A0FA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C7FBD-29D6-4A2D-A44A-73D7C214F50C}" type="datetimeFigureOut">
              <a:rPr lang="fr-FR" smtClean="0"/>
              <a:pPr/>
              <a:t>15/02/2022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EE870-E109-4987-9915-1DDD196A0FA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C7FBD-29D6-4A2D-A44A-73D7C214F50C}" type="datetimeFigureOut">
              <a:rPr lang="fr-FR" smtClean="0"/>
              <a:pPr/>
              <a:t>15/02/2022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EE870-E109-4987-9915-1DDD196A0FA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C7FBD-29D6-4A2D-A44A-73D7C214F50C}" type="datetimeFigureOut">
              <a:rPr lang="fr-FR" smtClean="0"/>
              <a:pPr/>
              <a:t>15/02/2022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EE870-E109-4987-9915-1DDD196A0FA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C7FBD-29D6-4A2D-A44A-73D7C214F50C}" type="datetimeFigureOut">
              <a:rPr lang="fr-FR" smtClean="0"/>
              <a:pPr/>
              <a:t>15/02/2022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EE870-E109-4987-9915-1DDD196A0FA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C7FBD-29D6-4A2D-A44A-73D7C214F50C}" type="datetimeFigureOut">
              <a:rPr lang="fr-FR" smtClean="0"/>
              <a:pPr/>
              <a:t>15/02/2022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EE870-E109-4987-9915-1DDD196A0FA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C7FBD-29D6-4A2D-A44A-73D7C214F50C}" type="datetimeFigureOut">
              <a:rPr lang="fr-FR" smtClean="0"/>
              <a:pPr/>
              <a:t>15/02/2022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EE870-E109-4987-9915-1DDD196A0FA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0C7FBD-29D6-4A2D-A44A-73D7C214F50C}" type="datetimeFigureOut">
              <a:rPr lang="fr-FR" smtClean="0"/>
              <a:pPr/>
              <a:t>15/02/2022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EE870-E109-4987-9915-1DDD196A0FA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428728" y="2428868"/>
            <a:ext cx="6400800" cy="1752600"/>
          </a:xfrm>
        </p:spPr>
        <p:txBody>
          <a:bodyPr>
            <a:noAutofit/>
          </a:bodyPr>
          <a:lstStyle/>
          <a:p>
            <a:r>
              <a:rPr lang="fr-FR" sz="6000" b="1" i="1">
                <a:solidFill>
                  <a:schemeClr val="tx1"/>
                </a:solidFill>
                <a:latin typeface="Adobe Arabic" pitchFamily="18" charset="-78"/>
                <a:cs typeface="Adobe Arabic" pitchFamily="18" charset="-78"/>
              </a:rPr>
              <a:t>La reproduction sexuée chez les Animaux</a:t>
            </a:r>
          </a:p>
          <a:p>
            <a:r>
              <a:rPr lang="fr-FR" sz="6000" b="1" i="1">
                <a:solidFill>
                  <a:schemeClr val="tx1"/>
                </a:solidFill>
                <a:latin typeface="Adobe Arabic" pitchFamily="18" charset="-78"/>
                <a:cs typeface="Adobe Arabic" pitchFamily="18" charset="-78"/>
              </a:rPr>
              <a:t>Semestre 2       Séance 1</a:t>
            </a:r>
          </a:p>
          <a:p>
            <a:r>
              <a:rPr lang="fr-FR" sz="3600" b="1" i="1">
                <a:solidFill>
                  <a:schemeClr val="tx1"/>
                </a:solidFill>
                <a:latin typeface="Adobe Arabic" pitchFamily="18" charset="-78"/>
                <a:cs typeface="Adobe Arabic" pitchFamily="18" charset="-78"/>
              </a:rPr>
              <a:t>Durée : 1h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541108"/>
            <a:ext cx="2143140" cy="1101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 descr="C:\Users\z\Desktop\1553684736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86116" y="357178"/>
            <a:ext cx="2533650" cy="1714500"/>
          </a:xfrm>
          <a:prstGeom prst="rect">
            <a:avLst/>
          </a:prstGeom>
          <a:noFill/>
        </p:spPr>
      </p:pic>
      <p:sp>
        <p:nvSpPr>
          <p:cNvPr id="5" name="ZoneTexte 4"/>
          <p:cNvSpPr txBox="1"/>
          <p:nvPr/>
        </p:nvSpPr>
        <p:spPr>
          <a:xfrm>
            <a:off x="5857852" y="642918"/>
            <a:ext cx="3286148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3200" b="1" i="1">
                <a:latin typeface="Adobe Arabic" pitchFamily="18" charset="-78"/>
                <a:cs typeface="Adobe Arabic"/>
              </a:rPr>
              <a:t>       Année: 2020-2021</a:t>
            </a:r>
          </a:p>
          <a:p>
            <a:r>
              <a:rPr lang="fr-FR" sz="3200" b="1" i="1">
                <a:latin typeface="Adobe Arabic" pitchFamily="18" charset="-78"/>
                <a:cs typeface="Adobe Arabic"/>
              </a:rPr>
              <a:t>            01/02/2021</a:t>
            </a:r>
            <a:endParaRPr lang="fr-FR" sz="3200" b="1" i="1">
              <a:latin typeface="Adobe Arabic" pitchFamily="18" charset="-78"/>
              <a:cs typeface="Adobe Arabic" pitchFamily="18" charset="-78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85720" y="6072206"/>
            <a:ext cx="41434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i="1">
                <a:latin typeface="Adobe Arabic" pitchFamily="18" charset="-78"/>
                <a:cs typeface="Adobe Arabic" pitchFamily="18" charset="-78"/>
              </a:rPr>
              <a:t>Préparé par : Mr. DAHMANI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28662" y="0"/>
            <a:ext cx="7072362" cy="928694"/>
          </a:xfrm>
        </p:spPr>
        <p:txBody>
          <a:bodyPr>
            <a:noAutofit/>
          </a:bodyPr>
          <a:lstStyle/>
          <a:p>
            <a:r>
              <a:rPr lang="fr-FR" sz="5400" b="1" i="1">
                <a:solidFill>
                  <a:srgbClr val="0070C0"/>
                </a:solidFill>
                <a:latin typeface="Adobe Arabic" pitchFamily="18" charset="-78"/>
                <a:cs typeface="Adobe Arabic" pitchFamily="18" charset="-78"/>
              </a:rPr>
              <a:t>Introduction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85720" y="714356"/>
            <a:ext cx="8572560" cy="5214974"/>
          </a:xfrm>
        </p:spPr>
        <p:txBody>
          <a:bodyPr>
            <a:normAutofit/>
          </a:bodyPr>
          <a:lstStyle/>
          <a:p>
            <a:pPr algn="just"/>
            <a:r>
              <a:rPr lang="fr-FR" b="1" i="1">
                <a:solidFill>
                  <a:schemeClr val="tx1"/>
                </a:solidFill>
                <a:latin typeface="Adobe Arabic" pitchFamily="18" charset="-78"/>
                <a:cs typeface="Adobe Arabic" pitchFamily="18" charset="-78"/>
              </a:rPr>
              <a:t>La </a:t>
            </a:r>
            <a:r>
              <a:rPr lang="fr-FR" b="1" i="1">
                <a:solidFill>
                  <a:srgbClr val="FF0000"/>
                </a:solidFill>
                <a:latin typeface="Adobe Arabic" pitchFamily="18" charset="-78"/>
                <a:cs typeface="Adobe Arabic" pitchFamily="18" charset="-78"/>
              </a:rPr>
              <a:t>reproduction</a:t>
            </a:r>
            <a:r>
              <a:rPr lang="fr-FR" b="1" i="1">
                <a:solidFill>
                  <a:schemeClr val="tx1"/>
                </a:solidFill>
                <a:latin typeface="Adobe Arabic" pitchFamily="18" charset="-78"/>
                <a:cs typeface="Adobe Arabic" pitchFamily="18" charset="-78"/>
              </a:rPr>
              <a:t> est une fonction naturelle nécessaire pour garantir la pérennité des espèces et lutter contre leur extinction.  </a:t>
            </a:r>
          </a:p>
          <a:p>
            <a:pPr algn="just"/>
            <a:r>
              <a:rPr lang="fr-FR" b="1" i="1">
                <a:solidFill>
                  <a:schemeClr val="tx1"/>
                </a:solidFill>
                <a:latin typeface="Adobe Arabic" pitchFamily="18" charset="-78"/>
                <a:cs typeface="Adobe Arabic" pitchFamily="18" charset="-78"/>
              </a:rPr>
              <a:t>La reproduction sexuée nécessite la présence du </a:t>
            </a:r>
            <a:r>
              <a:rPr lang="fr-FR" b="1" i="1">
                <a:solidFill>
                  <a:srgbClr val="FF0000"/>
                </a:solidFill>
                <a:latin typeface="Adobe Arabic" pitchFamily="18" charset="-78"/>
                <a:cs typeface="Adobe Arabic" pitchFamily="18" charset="-78"/>
              </a:rPr>
              <a:t>mâle</a:t>
            </a:r>
            <a:r>
              <a:rPr lang="fr-FR" b="1" i="1">
                <a:solidFill>
                  <a:schemeClr val="tx1"/>
                </a:solidFill>
                <a:latin typeface="Adobe Arabic" pitchFamily="18" charset="-78"/>
                <a:cs typeface="Adobe Arabic" pitchFamily="18" charset="-78"/>
              </a:rPr>
              <a:t> et de la </a:t>
            </a:r>
            <a:r>
              <a:rPr lang="fr-FR" b="1" i="1">
                <a:solidFill>
                  <a:srgbClr val="FF0000"/>
                </a:solidFill>
                <a:latin typeface="Adobe Arabic" pitchFamily="18" charset="-78"/>
                <a:cs typeface="Adobe Arabic" pitchFamily="18" charset="-78"/>
              </a:rPr>
              <a:t>femelle</a:t>
            </a:r>
            <a:r>
              <a:rPr lang="fr-FR" b="1" i="1">
                <a:solidFill>
                  <a:schemeClr val="tx1"/>
                </a:solidFill>
                <a:latin typeface="Adobe Arabic" pitchFamily="18" charset="-78"/>
                <a:cs typeface="Adobe Arabic" pitchFamily="18" charset="-78"/>
              </a:rPr>
              <a:t>. Elle passe par plusieurs phénomènes successives donnant naissance à de nouveaux individus qui se développent et deviennent à leur tour capables de se reproduire.</a:t>
            </a:r>
          </a:p>
          <a:p>
            <a:pPr algn="just"/>
            <a:r>
              <a:rPr lang="fr-FR" b="1" i="1">
                <a:solidFill>
                  <a:srgbClr val="FF0000"/>
                </a:solidFill>
                <a:latin typeface="Adobe Arabic" pitchFamily="18" charset="-78"/>
                <a:cs typeface="Adobe Arabic" pitchFamily="18" charset="-78"/>
              </a:rPr>
              <a:t>- Quel est le rôle du mâle et de la femelle dans la reproduction sexuée ?</a:t>
            </a:r>
          </a:p>
          <a:p>
            <a:pPr algn="just"/>
            <a:endParaRPr lang="fr-FR" b="1" i="1">
              <a:solidFill>
                <a:schemeClr val="tx1"/>
              </a:solidFill>
              <a:latin typeface="Adobe Arabic" pitchFamily="18" charset="-78"/>
              <a:cs typeface="Adobe Arabic" pitchFamily="18" charset="-78"/>
            </a:endParaRPr>
          </a:p>
        </p:txBody>
      </p:sp>
      <p:pic>
        <p:nvPicPr>
          <p:cNvPr id="1026" name="Picture 2" descr="C:\Users\z\Desktop\Captur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24450" y="4417693"/>
            <a:ext cx="3571900" cy="2285381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85720" y="500042"/>
            <a:ext cx="8572560" cy="5214974"/>
          </a:xfrm>
        </p:spPr>
        <p:txBody>
          <a:bodyPr>
            <a:normAutofit/>
          </a:bodyPr>
          <a:lstStyle/>
          <a:p>
            <a:pPr algn="just"/>
            <a:r>
              <a:rPr lang="fr-FR" sz="3400" b="1" i="1">
                <a:solidFill>
                  <a:srgbClr val="FF0000"/>
                </a:solidFill>
                <a:latin typeface="Adobe Arabic" pitchFamily="18" charset="-78"/>
                <a:cs typeface="Adobe Arabic" pitchFamily="18" charset="-78"/>
              </a:rPr>
              <a:t>I - Rôle du mâle et de la femelle dans la reproduction sexuée :</a:t>
            </a:r>
          </a:p>
          <a:p>
            <a:pPr algn="just"/>
            <a:r>
              <a:rPr lang="fr-FR" sz="3400" b="1" i="1">
                <a:solidFill>
                  <a:srgbClr val="00B050"/>
                </a:solidFill>
                <a:latin typeface="Adobe Arabic" pitchFamily="18" charset="-78"/>
                <a:cs typeface="Adobe Arabic" pitchFamily="18" charset="-78"/>
              </a:rPr>
              <a:t>1 - Comportements sexuels chez quelques animaux : (parade nuptiale)</a:t>
            </a:r>
          </a:p>
          <a:p>
            <a:pPr algn="just"/>
            <a:r>
              <a:rPr lang="fr-FR" sz="3400" b="1" i="1">
                <a:solidFill>
                  <a:srgbClr val="00B050"/>
                </a:solidFill>
                <a:latin typeface="Adobe Arabic" pitchFamily="18" charset="-78"/>
                <a:cs typeface="Adobe Arabic" pitchFamily="18" charset="-78"/>
              </a:rPr>
              <a:t>Exemples: </a:t>
            </a:r>
          </a:p>
          <a:p>
            <a:pPr algn="just"/>
            <a:endParaRPr lang="fr-FR" sz="3400" b="1" i="1">
              <a:solidFill>
                <a:srgbClr val="00B050"/>
              </a:solidFill>
              <a:latin typeface="Adobe Arabic" pitchFamily="18" charset="-78"/>
              <a:cs typeface="Adobe Arabic" pitchFamily="18" charset="-78"/>
            </a:endParaRPr>
          </a:p>
        </p:txBody>
      </p:sp>
      <p:pic>
        <p:nvPicPr>
          <p:cNvPr id="2050" name="Picture 2" descr="C:\Users\z\Desktop\Captur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8289" y="2808539"/>
            <a:ext cx="8072494" cy="3801225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85720" y="71390"/>
            <a:ext cx="8501122" cy="500068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fr-FR" sz="3400" b="1" i="1">
                <a:solidFill>
                  <a:srgbClr val="00B050"/>
                </a:solidFill>
                <a:latin typeface="Adobe Arabic" pitchFamily="18" charset="-78"/>
                <a:cs typeface="Adobe Arabic" pitchFamily="18" charset="-78"/>
              </a:rPr>
              <a:t>2 - Rôle du mâle et de la femelle dans la reproduction sexuée :</a:t>
            </a:r>
          </a:p>
          <a:p>
            <a:pPr algn="just"/>
            <a:r>
              <a:rPr lang="fr-FR" sz="2400" b="1" i="1">
                <a:solidFill>
                  <a:srgbClr val="FF0000"/>
                </a:solidFill>
                <a:latin typeface="Adobe Arabic" pitchFamily="18" charset="-78"/>
                <a:cs typeface="Adobe Arabic"/>
              </a:rPr>
              <a:t>Expériences</a:t>
            </a:r>
            <a:r>
              <a:rPr lang="fr-FR" sz="2800" b="1" i="1">
                <a:solidFill>
                  <a:srgbClr val="FF0000"/>
                </a:solidFill>
                <a:latin typeface="Adobe Arabic" pitchFamily="18" charset="-78"/>
                <a:cs typeface="Adobe Arabic"/>
              </a:rPr>
              <a:t> de Spallanzani (1870) </a:t>
            </a:r>
            <a:endParaRPr lang="fr-FR" sz="2800" b="1" i="1">
              <a:solidFill>
                <a:srgbClr val="FF0000"/>
              </a:solidFill>
              <a:latin typeface="Adobe Arabic" pitchFamily="18" charset="-78"/>
              <a:cs typeface="Adobe Arabic" pitchFamily="18" charset="-78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378" y="3219437"/>
            <a:ext cx="8926222" cy="3543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 descr="C:\Users\z\Desktop\Spallanzani-grenouilles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15472" y="1036180"/>
            <a:ext cx="6184736" cy="2298808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785794"/>
            <a:ext cx="8982075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 descr="C:\Users\z\Desktop\Capture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4181" y="3357562"/>
            <a:ext cx="8888413" cy="29241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6239" y="4225"/>
            <a:ext cx="8229600" cy="1143000"/>
          </a:xfrm>
        </p:spPr>
        <p:txBody>
          <a:bodyPr>
            <a:normAutofit/>
          </a:bodyPr>
          <a:lstStyle/>
          <a:p>
            <a:r>
              <a:rPr lang="fr-FR" sz="5400" b="1" i="1">
                <a:solidFill>
                  <a:srgbClr val="0070C0"/>
                </a:solidFill>
                <a:latin typeface="Adobe Arabic" pitchFamily="18" charset="-78"/>
                <a:cs typeface="Adobe Arabic" pitchFamily="18" charset="-78"/>
              </a:rPr>
              <a:t>Synthèse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127909" y="738105"/>
            <a:ext cx="910930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i="1">
                <a:latin typeface="Adobe Arabic" pitchFamily="18" charset="-78"/>
                <a:cs typeface="Adobe Arabic" pitchFamily="18" charset="-78"/>
              </a:rPr>
              <a:t>L’analyse des expériences de Spallanzani sur la reproduction chez les grenouilles permet de déduire que : </a:t>
            </a:r>
          </a:p>
          <a:p>
            <a:pPr>
              <a:buFontTx/>
              <a:buChar char="-"/>
            </a:pPr>
            <a:r>
              <a:rPr lang="fr-FR" sz="3600" b="1" i="1">
                <a:latin typeface="Adobe Arabic" pitchFamily="18" charset="-78"/>
                <a:cs typeface="Adobe Arabic" pitchFamily="18" charset="-78"/>
              </a:rPr>
              <a:t>La reproduction nécessite un </a:t>
            </a:r>
            <a:r>
              <a:rPr lang="fr-FR" sz="3600" b="1" i="1">
                <a:solidFill>
                  <a:srgbClr val="FF0000"/>
                </a:solidFill>
                <a:latin typeface="Adobe Arabic" pitchFamily="18" charset="-78"/>
                <a:cs typeface="Adobe Arabic" pitchFamily="18" charset="-78"/>
              </a:rPr>
              <a:t>mâle</a:t>
            </a:r>
            <a:r>
              <a:rPr lang="fr-FR" sz="3600" b="1" i="1">
                <a:latin typeface="Adobe Arabic" pitchFamily="18" charset="-78"/>
                <a:cs typeface="Adobe Arabic" pitchFamily="18" charset="-78"/>
              </a:rPr>
              <a:t> et une </a:t>
            </a:r>
            <a:r>
              <a:rPr lang="fr-FR" sz="3600" b="1" i="1">
                <a:solidFill>
                  <a:srgbClr val="FF0000"/>
                </a:solidFill>
                <a:latin typeface="Adobe Arabic" pitchFamily="18" charset="-78"/>
                <a:cs typeface="Adobe Arabic" pitchFamily="18" charset="-78"/>
              </a:rPr>
              <a:t>femelle.</a:t>
            </a:r>
          </a:p>
          <a:p>
            <a:pPr>
              <a:buFontTx/>
              <a:buChar char="-"/>
            </a:pPr>
            <a:r>
              <a:rPr lang="fr-FR" sz="3600" b="1" i="1">
                <a:latin typeface="Adobe Arabic" pitchFamily="18" charset="-78"/>
                <a:cs typeface="Adobe Arabic" pitchFamily="18" charset="-78"/>
              </a:rPr>
              <a:t> Le rôle de la femelle est la production des gamètes femelles appelés aussi </a:t>
            </a:r>
            <a:r>
              <a:rPr lang="fr-FR" sz="3600" b="1" i="1">
                <a:solidFill>
                  <a:srgbClr val="FF0000"/>
                </a:solidFill>
                <a:latin typeface="Adobe Arabic" pitchFamily="18" charset="-78"/>
                <a:cs typeface="Adobe Arabic" pitchFamily="18" charset="-78"/>
              </a:rPr>
              <a:t>ovules </a:t>
            </a:r>
            <a:r>
              <a:rPr lang="fr-FR" sz="3600" b="1" i="1">
                <a:latin typeface="Adobe Arabic" pitchFamily="18" charset="-78"/>
                <a:cs typeface="Adobe Arabic" pitchFamily="18" charset="-78"/>
              </a:rPr>
              <a:t>.</a:t>
            </a:r>
          </a:p>
          <a:p>
            <a:pPr>
              <a:buFontTx/>
              <a:buChar char="-"/>
            </a:pPr>
            <a:r>
              <a:rPr lang="fr-FR" sz="3600" b="1" i="1">
                <a:latin typeface="Adobe Arabic" pitchFamily="18" charset="-78"/>
                <a:cs typeface="Adobe Arabic" pitchFamily="18" charset="-78"/>
              </a:rPr>
              <a:t> Le rôle du mâle est la production du sperme , composé d’un liquide séminifère et des gamètes mâles appelés aussi </a:t>
            </a:r>
            <a:r>
              <a:rPr lang="fr-FR" sz="3600" b="1" i="1">
                <a:solidFill>
                  <a:srgbClr val="FF0000"/>
                </a:solidFill>
                <a:latin typeface="Adobe Arabic" pitchFamily="18" charset="-78"/>
                <a:cs typeface="Adobe Arabic" pitchFamily="18" charset="-78"/>
              </a:rPr>
              <a:t>spermatozoïdes </a:t>
            </a:r>
            <a:r>
              <a:rPr lang="fr-FR" sz="3600" b="1" i="1">
                <a:latin typeface="Adobe Arabic" pitchFamily="18" charset="-78"/>
                <a:cs typeface="Adobe Arabic" pitchFamily="18" charset="-78"/>
              </a:rPr>
              <a:t>.</a:t>
            </a:r>
            <a:endParaRPr lang="fr-FR" sz="3200" b="1" i="1">
              <a:latin typeface="Adobe Arabic" pitchFamily="18" charset="-78"/>
              <a:cs typeface="Adobe Arabic" pitchFamily="18" charset="-78"/>
            </a:endParaRPr>
          </a:p>
          <a:p>
            <a:pPr>
              <a:buFontTx/>
              <a:buChar char="-"/>
            </a:pPr>
            <a:endParaRPr lang="fr-FR" sz="3200" b="1" i="1">
              <a:solidFill>
                <a:srgbClr val="FF0000"/>
              </a:solidFill>
              <a:latin typeface="Adobe Arabic" pitchFamily="18" charset="-78"/>
              <a:cs typeface="Adobe Arabic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à coins arrondis 3"/>
          <p:cNvSpPr/>
          <p:nvPr/>
        </p:nvSpPr>
        <p:spPr>
          <a:xfrm>
            <a:off x="928662" y="1142984"/>
            <a:ext cx="7572428" cy="3143272"/>
          </a:xfrm>
          <a:prstGeom prst="wedgeRoundRectCallout">
            <a:avLst>
              <a:gd name="adj1" fmla="val -45170"/>
              <a:gd name="adj2" fmla="val 7950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i="1">
                <a:latin typeface="Adobe Arabic" pitchFamily="18" charset="-78"/>
                <a:cs typeface="Adobe Arabic" pitchFamily="18" charset="-78"/>
              </a:rPr>
              <a:t>Où se forment les </a:t>
            </a:r>
            <a:r>
              <a:rPr lang="fr-FR" sz="4400" b="1" i="1">
                <a:solidFill>
                  <a:srgbClr val="002060"/>
                </a:solidFill>
                <a:latin typeface="Adobe Arabic" pitchFamily="18" charset="-78"/>
                <a:cs typeface="Adobe Arabic" pitchFamily="18" charset="-78"/>
              </a:rPr>
              <a:t>gamètes mâles </a:t>
            </a:r>
            <a:r>
              <a:rPr lang="fr-FR" sz="4400" b="1" i="1">
                <a:latin typeface="Adobe Arabic" pitchFamily="18" charset="-78"/>
                <a:cs typeface="Adobe Arabic" pitchFamily="18" charset="-78"/>
              </a:rPr>
              <a:t>et les </a:t>
            </a:r>
            <a:r>
              <a:rPr lang="fr-FR" sz="4400" b="1" i="1">
                <a:solidFill>
                  <a:srgbClr val="002060"/>
                </a:solidFill>
                <a:latin typeface="Adobe Arabic" pitchFamily="18" charset="-78"/>
                <a:cs typeface="Adobe Arabic" pitchFamily="18" charset="-78"/>
              </a:rPr>
              <a:t>gamètes femelles </a:t>
            </a:r>
            <a:r>
              <a:rPr lang="fr-FR" sz="4400" b="1" i="1">
                <a:latin typeface="Adobe Arabic" pitchFamily="18" charset="-78"/>
                <a:cs typeface="Adobe Arabic" pitchFamily="18" charset="-78"/>
              </a:rPr>
              <a:t>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z\Desktop\2016-08-02_11190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06" y="1855813"/>
            <a:ext cx="8958464" cy="4292597"/>
          </a:xfrm>
          <a:prstGeom prst="rect">
            <a:avLst/>
          </a:prstGeom>
          <a:noFill/>
        </p:spPr>
      </p:pic>
      <p:sp>
        <p:nvSpPr>
          <p:cNvPr id="5" name="ZoneTexte 4"/>
          <p:cNvSpPr txBox="1"/>
          <p:nvPr/>
        </p:nvSpPr>
        <p:spPr>
          <a:xfrm>
            <a:off x="285720" y="928670"/>
            <a:ext cx="857256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i="1">
                <a:solidFill>
                  <a:srgbClr val="00B050"/>
                </a:solidFill>
                <a:latin typeface="Adobe Arabic" pitchFamily="18" charset="-78"/>
                <a:cs typeface="Adobe Arabic" pitchFamily="18" charset="-78"/>
              </a:rPr>
              <a:t>Observation des organes reproducteurs de la souris mâle et femelle :</a:t>
            </a:r>
          </a:p>
          <a:p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apèze 3"/>
          <p:cNvSpPr/>
          <p:nvPr/>
        </p:nvSpPr>
        <p:spPr>
          <a:xfrm rot="5400000">
            <a:off x="-422144" y="2094814"/>
            <a:ext cx="5429288" cy="3643338"/>
          </a:xfrm>
          <a:prstGeom prst="trapezoid">
            <a:avLst>
              <a:gd name="adj" fmla="val 2292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rapèze 4"/>
          <p:cNvSpPr/>
          <p:nvPr/>
        </p:nvSpPr>
        <p:spPr>
          <a:xfrm rot="16200000">
            <a:off x="3648476" y="1821645"/>
            <a:ext cx="5429288" cy="3643338"/>
          </a:xfrm>
          <a:prstGeom prst="trapezoid">
            <a:avLst>
              <a:gd name="adj" fmla="val 22927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690536" y="1962138"/>
            <a:ext cx="30003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i="1" dirty="0">
                <a:solidFill>
                  <a:schemeClr val="bg1"/>
                </a:solidFill>
                <a:latin typeface="Adobe Arabic" pitchFamily="18" charset="-78"/>
                <a:cs typeface="Adobe Arabic" pitchFamily="18" charset="-78"/>
              </a:rPr>
              <a:t>La formation des gamètes mâles  ou spermatozoïdes s’effectue au niveau des glandes génitales mâles appelées Testicules.   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4967113" y="1882703"/>
            <a:ext cx="300039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i="1" dirty="0">
                <a:solidFill>
                  <a:schemeClr val="bg1"/>
                </a:solidFill>
                <a:latin typeface="Adobe Arabic" pitchFamily="18" charset="-78"/>
                <a:cs typeface="Adobe Arabic" pitchFamily="18" charset="-78"/>
              </a:rPr>
              <a:t>La formation des gamètes femelles  ou ovules s’effectue au niveau des glandes génitales femelles appelées Ovaires.   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2395522" y="266678"/>
            <a:ext cx="4357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i="1">
                <a:solidFill>
                  <a:srgbClr val="002060"/>
                </a:solidFill>
              </a:rPr>
              <a:t>Déduction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z\Desktop\Captur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5100" y="2039207"/>
            <a:ext cx="8716963" cy="3609975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368841" y="361950"/>
            <a:ext cx="852750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000" b="1" i="1" dirty="0">
                <a:solidFill>
                  <a:srgbClr val="00B050"/>
                </a:solidFill>
                <a:latin typeface="Adobe Arabic" pitchFamily="18" charset="-78"/>
                <a:cs typeface="Adobe Arabic" pitchFamily="18" charset="-78"/>
              </a:rPr>
              <a:t>3 – Comparaison entre les ovules et les spermatozoïdes </a:t>
            </a:r>
            <a:endParaRPr lang="fr-FR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4282" y="274638"/>
            <a:ext cx="8786874" cy="1143000"/>
          </a:xfrm>
        </p:spPr>
        <p:txBody>
          <a:bodyPr>
            <a:normAutofit fontScale="90000"/>
          </a:bodyPr>
          <a:lstStyle/>
          <a:p>
            <a:r>
              <a:rPr lang="fr-FR" b="1" i="1">
                <a:solidFill>
                  <a:srgbClr val="00B050"/>
                </a:solidFill>
                <a:latin typeface="Adobe Arabic" pitchFamily="18" charset="-78"/>
                <a:cs typeface="Adobe Arabic" pitchFamily="18" charset="-78"/>
              </a:rPr>
              <a:t/>
            </a:r>
            <a:br>
              <a:rPr lang="fr-FR" b="1" i="1">
                <a:solidFill>
                  <a:srgbClr val="00B050"/>
                </a:solidFill>
                <a:latin typeface="Adobe Arabic" pitchFamily="18" charset="-78"/>
                <a:cs typeface="Adobe Arabic" pitchFamily="18" charset="-78"/>
              </a:rPr>
            </a:br>
            <a:r>
              <a:rPr lang="fr-FR" b="1" i="1">
                <a:solidFill>
                  <a:srgbClr val="00B050"/>
                </a:solidFill>
                <a:latin typeface="Adobe Arabic" pitchFamily="18" charset="-78"/>
                <a:cs typeface="Adobe Arabic" pitchFamily="18" charset="-78"/>
              </a:rPr>
              <a:t>3 – Comparaison entre les ovules et les spermatozoïdes :</a:t>
            </a:r>
            <a:br>
              <a:rPr lang="fr-FR" b="1" i="1">
                <a:solidFill>
                  <a:srgbClr val="00B050"/>
                </a:solidFill>
                <a:latin typeface="Adobe Arabic" pitchFamily="18" charset="-78"/>
                <a:cs typeface="Adobe Arabic" pitchFamily="18" charset="-78"/>
              </a:rPr>
            </a:br>
            <a:endParaRPr lang="fr-FR"/>
          </a:p>
        </p:txBody>
      </p:sp>
      <p:pic>
        <p:nvPicPr>
          <p:cNvPr id="1026" name="Picture 2" descr="C:\Users\z\Desktop\10700409_636712716427461_8706672438216678007_o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974178"/>
            <a:ext cx="8649526" cy="439577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à coins arrondis 3"/>
          <p:cNvSpPr/>
          <p:nvPr/>
        </p:nvSpPr>
        <p:spPr>
          <a:xfrm>
            <a:off x="928662" y="1142984"/>
            <a:ext cx="7572428" cy="3143272"/>
          </a:xfrm>
          <a:prstGeom prst="wedgeRoundRectCallout">
            <a:avLst>
              <a:gd name="adj1" fmla="val -45170"/>
              <a:gd name="adj2" fmla="val 7950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i="1">
                <a:latin typeface="Adobe Arabic" pitchFamily="18" charset="-78"/>
                <a:cs typeface="Adobe Arabic" pitchFamily="18" charset="-78"/>
              </a:rPr>
              <a:t>Quel est le devenir des gamètes mâles et gamètes femelles 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428728" y="2428868"/>
            <a:ext cx="6400800" cy="1752600"/>
          </a:xfrm>
        </p:spPr>
        <p:txBody>
          <a:bodyPr>
            <a:noAutofit/>
          </a:bodyPr>
          <a:lstStyle/>
          <a:p>
            <a:r>
              <a:rPr lang="fr-FR" sz="6000" b="1" i="1">
                <a:solidFill>
                  <a:schemeClr val="tx1"/>
                </a:solidFill>
                <a:latin typeface="Adobe Arabic" pitchFamily="18" charset="-78"/>
                <a:cs typeface="Adobe Arabic" pitchFamily="18" charset="-78"/>
              </a:rPr>
              <a:t>La reproduction sexuée chez les Animaux</a:t>
            </a:r>
          </a:p>
          <a:p>
            <a:r>
              <a:rPr lang="fr-FR" sz="6000" b="1" i="1">
                <a:solidFill>
                  <a:schemeClr val="tx1"/>
                </a:solidFill>
                <a:latin typeface="Adobe Arabic" pitchFamily="18" charset="-78"/>
                <a:cs typeface="Adobe Arabic" pitchFamily="18" charset="-78"/>
              </a:rPr>
              <a:t>Semestre 2       Séance 2</a:t>
            </a:r>
          </a:p>
          <a:p>
            <a:r>
              <a:rPr lang="fr-FR" sz="3600" b="1" i="1">
                <a:solidFill>
                  <a:schemeClr val="tx1"/>
                </a:solidFill>
                <a:latin typeface="Adobe Arabic" pitchFamily="18" charset="-78"/>
                <a:cs typeface="Adobe Arabic" pitchFamily="18" charset="-78"/>
              </a:rPr>
              <a:t>Durée : 2h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541108"/>
            <a:ext cx="2143140" cy="1101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 descr="C:\Users\z\Desktop\1553684736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86116" y="357178"/>
            <a:ext cx="2533650" cy="1714500"/>
          </a:xfrm>
          <a:prstGeom prst="rect">
            <a:avLst/>
          </a:prstGeom>
          <a:noFill/>
        </p:spPr>
      </p:pic>
      <p:sp>
        <p:nvSpPr>
          <p:cNvPr id="5" name="ZoneTexte 4"/>
          <p:cNvSpPr txBox="1"/>
          <p:nvPr/>
        </p:nvSpPr>
        <p:spPr>
          <a:xfrm>
            <a:off x="5857852" y="642918"/>
            <a:ext cx="32861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i="1">
                <a:latin typeface="Adobe Arabic" pitchFamily="18" charset="-78"/>
                <a:cs typeface="Adobe Arabic" pitchFamily="18" charset="-78"/>
              </a:rPr>
              <a:t>       Année: 2020-2021</a:t>
            </a:r>
          </a:p>
          <a:p>
            <a:r>
              <a:rPr lang="fr-FR" sz="3200" b="1" i="1">
                <a:latin typeface="Adobe Arabic" pitchFamily="18" charset="-78"/>
                <a:cs typeface="Adobe Arabic" pitchFamily="18" charset="-78"/>
              </a:rPr>
              <a:t>            01/02/2021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285720" y="6072206"/>
            <a:ext cx="41434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i="1">
                <a:latin typeface="Adobe Arabic" pitchFamily="18" charset="-78"/>
                <a:cs typeface="Adobe Arabic" pitchFamily="18" charset="-78"/>
              </a:rPr>
              <a:t>Préparé par : Mr. DAHMANI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z\Desktop\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725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z\Desktop\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706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z\Desktop\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42918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z\Desktop\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85794"/>
            <a:ext cx="9144001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z\Desktop\5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43133" y="712561"/>
            <a:ext cx="9144001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z\Desktop\6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4745" y="1135992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z\Desktop\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2" y="857232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z\Desktop\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4288" y="928670"/>
            <a:ext cx="9144001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z\Desktop\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" y="857268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z\Desktop\1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" y="928706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z\Desktop\fin-merci-pour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13" y="-3012"/>
            <a:ext cx="9136833" cy="68611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0804AB55EA8249BDBBFA1E1A9FEAF7" ma:contentTypeVersion="10" ma:contentTypeDescription="Create a new document." ma:contentTypeScope="" ma:versionID="9c2bfeb0bff84cb1e6eb0e34f1123756">
  <xsd:schema xmlns:xsd="http://www.w3.org/2001/XMLSchema" xmlns:xs="http://www.w3.org/2001/XMLSchema" xmlns:p="http://schemas.microsoft.com/office/2006/metadata/properties" xmlns:ns2="49a1ad70-7745-4cb8-823d-6a64ca599d10" targetNamespace="http://schemas.microsoft.com/office/2006/metadata/properties" ma:root="true" ma:fieldsID="2ebba6776656be36a8dfafd7e95e2baf" ns2:_="">
    <xsd:import namespace="49a1ad70-7745-4cb8-823d-6a64ca599d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Location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a1ad70-7745-4cb8-823d-6a64ca599d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F6A8E6-0B17-496C-9CCA-B7A230D148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B595338-035F-47C8-BAE3-3BC5090503E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63074B2-B1D3-496A-B6AA-32A4D2D43B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a1ad70-7745-4cb8-823d-6a64ca599d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308</Words>
  <Application>Microsoft Office PowerPoint</Application>
  <PresentationFormat>Affichage à l'écran (4:3)</PresentationFormat>
  <Paragraphs>34</Paragraphs>
  <Slides>24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5" baseType="lpstr">
      <vt:lpstr>Thème Office</vt:lpstr>
      <vt:lpstr>Diapositive 1</vt:lpstr>
      <vt:lpstr>Introduction</vt:lpstr>
      <vt:lpstr>Diapositive 3</vt:lpstr>
      <vt:lpstr>Diapositive 4</vt:lpstr>
      <vt:lpstr>Diapositive 5</vt:lpstr>
      <vt:lpstr>Synthèse</vt:lpstr>
      <vt:lpstr>Diapositive 7</vt:lpstr>
      <vt:lpstr>Diapositive 8</vt:lpstr>
      <vt:lpstr>Diapositive 9</vt:lpstr>
      <vt:lpstr>Diapositive 10</vt:lpstr>
      <vt:lpstr> 3 – Comparaison entre les ovules et les spermatozoïdes : 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z</dc:creator>
  <cp:lastModifiedBy>z</cp:lastModifiedBy>
  <cp:revision>6</cp:revision>
  <dcterms:created xsi:type="dcterms:W3CDTF">2021-01-31T21:32:46Z</dcterms:created>
  <dcterms:modified xsi:type="dcterms:W3CDTF">2022-02-15T12:55:51Z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0x010100780804AB55EA8249BDBBFA1E1A9FEAF7</vt:lpwstr>
  </property>
</Properties>
</file>